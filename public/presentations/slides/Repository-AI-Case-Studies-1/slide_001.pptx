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26" name="Picture 2" descr="Premium Photo | Modern building office and blue sky background">
            <a:extLst>
              <a:ext uri="{FF2B5EF4-FFF2-40B4-BE49-F238E27FC236}">
                <a16:creationId xmlns:a16="http://schemas.microsoft.com/office/drawing/2014/main" id="{C3AC9FD3-8806-8EAF-3CA1-7CF21445355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ABB1DAC-A8E4-E291-5451-B3A9A23B9952}"/>
              </a:ext>
            </a:extLst>
          </p:cNvPr>
          <p:cNvSpPr/>
          <p:nvPr/>
        </p:nvSpPr>
        <p:spPr>
          <a:xfrm>
            <a:off x="0" y="2480733"/>
            <a:ext cx="12192000" cy="1854200"/>
          </a:xfrm>
          <a:prstGeom prst="rect">
            <a:avLst/>
          </a:prstGeom>
          <a:solidFill>
            <a:srgbClr val="242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Half Frame 10">
            <a:extLst>
              <a:ext uri="{FF2B5EF4-FFF2-40B4-BE49-F238E27FC236}">
                <a16:creationId xmlns:a16="http://schemas.microsoft.com/office/drawing/2014/main" id="{BD82E4C0-A9DE-1F59-DF9B-1C6D077FE44E}"/>
              </a:ext>
            </a:extLst>
          </p:cNvPr>
          <p:cNvSpPr/>
          <p:nvPr/>
        </p:nvSpPr>
        <p:spPr>
          <a:xfrm rot="8100000">
            <a:off x="-2195859" y="1025285"/>
            <a:ext cx="4891247" cy="4807430"/>
          </a:xfrm>
          <a:prstGeom prst="halfFrame">
            <a:avLst>
              <a:gd name="adj1" fmla="val 19733"/>
              <a:gd name="adj2" fmla="val 21333"/>
            </a:avLst>
          </a:prstGeom>
          <a:solidFill>
            <a:srgbClr val="24255B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54825-FCEF-9500-F7E8-D7F510F78BA4}"/>
              </a:ext>
            </a:extLst>
          </p:cNvPr>
          <p:cNvSpPr txBox="1"/>
          <p:nvPr/>
        </p:nvSpPr>
        <p:spPr>
          <a:xfrm>
            <a:off x="4466336" y="3136612"/>
            <a:ext cx="3759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Case Studies -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004897-2BAC-DECE-6819-5FC5A99A94BD}"/>
              </a:ext>
            </a:extLst>
          </p:cNvPr>
          <p:cNvSpPr/>
          <p:nvPr/>
        </p:nvSpPr>
        <p:spPr>
          <a:xfrm>
            <a:off x="4258756" y="2811992"/>
            <a:ext cx="84667" cy="1283758"/>
          </a:xfrm>
          <a:prstGeom prst="rect">
            <a:avLst/>
          </a:prstGeom>
          <a:solidFill>
            <a:srgbClr val="EB49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blue and orange logo&#10;&#10;Description automatically generated">
            <a:extLst>
              <a:ext uri="{FF2B5EF4-FFF2-40B4-BE49-F238E27FC236}">
                <a16:creationId xmlns:a16="http://schemas.microsoft.com/office/drawing/2014/main" id="{899E16AB-E27D-0BE1-F2FD-5BF90065BB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2831" y="420756"/>
            <a:ext cx="2093522" cy="7163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09A605D-079F-61F3-AFAA-E6AD123B06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01100" y="6606653"/>
            <a:ext cx="3242733" cy="10772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Gotham" panose="02000504020000020004" pitchFamily="2" charset="0"/>
                <a:ea typeface="+mn-ea"/>
                <a:cs typeface="+mn-cs"/>
              </a:rPr>
              <a:t>Copyright © 2024 Relanto Inc.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