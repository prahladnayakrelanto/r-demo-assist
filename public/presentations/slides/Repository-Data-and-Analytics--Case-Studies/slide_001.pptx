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26" name="Picture 2" descr="Premium Photo | Modern building office and blue sky background">
            <a:extLst>
              <a:ext uri="{FF2B5EF4-FFF2-40B4-BE49-F238E27FC236}">
                <a16:creationId xmlns:a16="http://schemas.microsoft.com/office/drawing/2014/main" id="{306C5E02-2FD2-3E60-837E-60681443E0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A9A2EB-CA73-6634-D93C-D4AF0FFC6ED9}"/>
              </a:ext>
            </a:extLst>
          </p:cNvPr>
          <p:cNvSpPr/>
          <p:nvPr/>
        </p:nvSpPr>
        <p:spPr>
          <a:xfrm>
            <a:off x="0" y="2480733"/>
            <a:ext cx="12192000" cy="1854200"/>
          </a:xfrm>
          <a:prstGeom prst="rect">
            <a:avLst/>
          </a:prstGeom>
          <a:solidFill>
            <a:srgbClr val="24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8B08D41F-7883-90D2-CED0-B3264543CB50}"/>
              </a:ext>
            </a:extLst>
          </p:cNvPr>
          <p:cNvSpPr/>
          <p:nvPr/>
        </p:nvSpPr>
        <p:spPr>
          <a:xfrm rot="8100000">
            <a:off x="-2195859" y="1025285"/>
            <a:ext cx="4891247" cy="4807430"/>
          </a:xfrm>
          <a:prstGeom prst="halfFrame">
            <a:avLst>
              <a:gd name="adj1" fmla="val 19733"/>
              <a:gd name="adj2" fmla="val 21333"/>
            </a:avLst>
          </a:prstGeom>
          <a:solidFill>
            <a:srgbClr val="2425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95C88-4894-67DC-697D-99CFFC544248}"/>
              </a:ext>
            </a:extLst>
          </p:cNvPr>
          <p:cNvSpPr txBox="1"/>
          <p:nvPr/>
        </p:nvSpPr>
        <p:spPr>
          <a:xfrm>
            <a:off x="4466336" y="3136612"/>
            <a:ext cx="6912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Case Studies – Data &amp;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1E43A6-C273-13CB-4707-32204C999BD8}"/>
              </a:ext>
            </a:extLst>
          </p:cNvPr>
          <p:cNvSpPr/>
          <p:nvPr/>
        </p:nvSpPr>
        <p:spPr>
          <a:xfrm>
            <a:off x="4258756" y="2811992"/>
            <a:ext cx="84667" cy="1283758"/>
          </a:xfrm>
          <a:prstGeom prst="rect">
            <a:avLst/>
          </a:prstGeom>
          <a:solidFill>
            <a:srgbClr val="EB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blue and orange logo&#10;&#10;Description automatically generated">
            <a:extLst>
              <a:ext uri="{FF2B5EF4-FFF2-40B4-BE49-F238E27FC236}">
                <a16:creationId xmlns:a16="http://schemas.microsoft.com/office/drawing/2014/main" id="{280027C8-D212-AFBF-B085-739E62D775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2831" y="420756"/>
            <a:ext cx="2093522" cy="7163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D5F904-58EA-CC82-0949-1A9B9E4A9F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1100" y="6606653"/>
            <a:ext cx="3242733" cy="10772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Gotham" panose="02000504020000020004" pitchFamily="2" charset="0"/>
                <a:ea typeface="+mn-ea"/>
                <a:cs typeface="+mn-cs"/>
              </a:rPr>
              <a:t>Copyright © 2024 Relanto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